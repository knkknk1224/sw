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70" r:id="rId4"/>
    <p:sldId id="271" r:id="rId5"/>
    <p:sldId id="261" r:id="rId6"/>
    <p:sldId id="260" r:id="rId7"/>
    <p:sldId id="263" r:id="rId8"/>
    <p:sldId id="272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 snapToGrid="0">
      <p:cViewPr varScale="1">
        <p:scale>
          <a:sx n="65" d="100"/>
          <a:sy n="65" d="100"/>
        </p:scale>
        <p:origin x="6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D613B-2ECC-4BF3-B450-310FCFF66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0525" y="971700"/>
            <a:ext cx="10105448" cy="25414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/>
              <a:t>SW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br>
              <a:rPr lang="en-US" altLang="ko-KR" dirty="0"/>
            </a:br>
            <a:r>
              <a:rPr lang="en-US" altLang="ko-KR" dirty="0"/>
              <a:t>&lt;Algorithm &amp; Solution&gt;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DDE442-0F4D-43CF-BA38-F1512F769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8901" y="3513131"/>
            <a:ext cx="8637072" cy="977621"/>
          </a:xfrm>
        </p:spPr>
        <p:txBody>
          <a:bodyPr>
            <a:normAutofit/>
          </a:bodyPr>
          <a:lstStyle/>
          <a:p>
            <a:pPr algn="r"/>
            <a:r>
              <a:rPr lang="ko-KR" altLang="en-US" sz="2800" dirty="0"/>
              <a:t>김경년</a:t>
            </a:r>
          </a:p>
        </p:txBody>
      </p:sp>
    </p:spTree>
    <p:extLst>
      <p:ext uri="{BB962C8B-B14F-4D97-AF65-F5344CB8AC3E}">
        <p14:creationId xmlns:p14="http://schemas.microsoft.com/office/powerpoint/2010/main" val="6032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8CDDB-CC87-4C69-A94D-681CED6D8371}"/>
              </a:ext>
            </a:extLst>
          </p:cNvPr>
          <p:cNvSpPr txBox="1"/>
          <p:nvPr/>
        </p:nvSpPr>
        <p:spPr>
          <a:xfrm>
            <a:off x="977608" y="2718275"/>
            <a:ext cx="101100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latin typeface="+mj-ea"/>
                <a:ea typeface="+mj-ea"/>
              </a:rPr>
              <a:t>★</a:t>
            </a:r>
            <a:r>
              <a:rPr lang="en-US" altLang="ko-KR" sz="4800" b="1" dirty="0">
                <a:latin typeface="+mj-ea"/>
                <a:ea typeface="+mj-ea"/>
              </a:rPr>
              <a:t> </a:t>
            </a:r>
            <a:r>
              <a:rPr lang="ko-KR" altLang="en-US" sz="4800" b="1" dirty="0">
                <a:latin typeface="+mj-ea"/>
                <a:ea typeface="+mj-ea"/>
              </a:rPr>
              <a:t>검색어와 일치하는 경우 ★</a:t>
            </a:r>
            <a:endParaRPr lang="en-US" altLang="ko-KR" sz="4800" b="1" dirty="0">
              <a:latin typeface="+mj-ea"/>
              <a:ea typeface="+mj-ea"/>
            </a:endParaRPr>
          </a:p>
          <a:p>
            <a:pPr algn="ctr"/>
            <a:endParaRPr lang="en-US" altLang="ko-KR" sz="4800" b="1" dirty="0">
              <a:latin typeface="+mj-ea"/>
              <a:ea typeface="+mj-ea"/>
            </a:endParaRPr>
          </a:p>
          <a:p>
            <a:pPr algn="ctr"/>
            <a:r>
              <a:rPr lang="ko-KR" altLang="en-US" sz="4800" b="1" dirty="0">
                <a:latin typeface="+mj-ea"/>
                <a:ea typeface="+mj-ea"/>
              </a:rPr>
              <a:t>☆ 불일치할 경우 ☆</a:t>
            </a:r>
            <a:endParaRPr lang="en-US" altLang="ko-KR" sz="48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7E0262-DFB2-4C7C-9BC9-B83F1A876558}"/>
              </a:ext>
            </a:extLst>
          </p:cNvPr>
          <p:cNvSpPr txBox="1"/>
          <p:nvPr/>
        </p:nvSpPr>
        <p:spPr>
          <a:xfrm>
            <a:off x="1083608" y="571654"/>
            <a:ext cx="9898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b="1" dirty="0">
                <a:latin typeface="+mj-ea"/>
                <a:ea typeface="+mj-ea"/>
              </a:rPr>
              <a:t>&lt;Contents&gt;</a:t>
            </a:r>
            <a:endParaRPr lang="ko-KR" altLang="en-US" sz="8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1861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F46DB-E3F2-4E83-A587-A5E1521DC120}"/>
              </a:ext>
            </a:extLst>
          </p:cNvPr>
          <p:cNvSpPr txBox="1"/>
          <p:nvPr/>
        </p:nvSpPr>
        <p:spPr>
          <a:xfrm>
            <a:off x="1042461" y="704890"/>
            <a:ext cx="98980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latin typeface="+mj-ea"/>
                <a:ea typeface="+mj-ea"/>
              </a:rPr>
              <a:t>&lt;Main Algorithm&gt;</a:t>
            </a:r>
          </a:p>
          <a:p>
            <a:pPr algn="ctr"/>
            <a:endParaRPr lang="en-US" altLang="ko-KR" sz="6000" b="1" dirty="0">
              <a:latin typeface="+mj-ea"/>
              <a:ea typeface="+mj-ea"/>
            </a:endParaRPr>
          </a:p>
          <a:p>
            <a:pPr algn="ctr"/>
            <a:r>
              <a:rPr lang="en-US" altLang="ko-KR" sz="8800" b="1" dirty="0">
                <a:latin typeface="+mj-ea"/>
                <a:ea typeface="+mj-ea"/>
              </a:rPr>
              <a:t>KMP Algorithm</a:t>
            </a:r>
            <a:endParaRPr lang="ko-KR" altLang="en-US" sz="8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7307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F46DB-E3F2-4E83-A587-A5E1521DC120}"/>
              </a:ext>
            </a:extLst>
          </p:cNvPr>
          <p:cNvSpPr txBox="1"/>
          <p:nvPr/>
        </p:nvSpPr>
        <p:spPr>
          <a:xfrm>
            <a:off x="796835" y="561199"/>
            <a:ext cx="101436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latin typeface="+mj-ea"/>
                <a:ea typeface="+mj-ea"/>
              </a:rPr>
              <a:t>&lt;KMP Algorithm&gt;</a:t>
            </a:r>
          </a:p>
          <a:p>
            <a:pPr algn="ctr"/>
            <a:endParaRPr lang="en-US" altLang="ko-KR" sz="8800" b="1" dirty="0">
              <a:latin typeface="+mj-ea"/>
              <a:ea typeface="+mj-ea"/>
            </a:endParaRPr>
          </a:p>
          <a:p>
            <a:pPr algn="ctr"/>
            <a:r>
              <a:rPr lang="ko-KR" altLang="en-US" sz="4000" b="1" dirty="0">
                <a:latin typeface="+mj-ea"/>
                <a:ea typeface="+mj-ea"/>
              </a:rPr>
              <a:t>을 통해 검색어와 내용이 일치하는 경우 </a:t>
            </a:r>
            <a:r>
              <a:rPr lang="en-US" altLang="ko-KR" sz="4000" b="1" dirty="0">
                <a:latin typeface="+mj-ea"/>
                <a:ea typeface="+mj-ea"/>
              </a:rPr>
              <a:t>Score</a:t>
            </a:r>
            <a:r>
              <a:rPr lang="ko-KR" altLang="en-US" sz="4000" b="1" dirty="0">
                <a:latin typeface="+mj-ea"/>
                <a:ea typeface="+mj-ea"/>
              </a:rPr>
              <a:t>에 지정한 값을 더하여 축적한다</a:t>
            </a:r>
            <a:r>
              <a:rPr lang="en-US" altLang="ko-KR" sz="4000" b="1" dirty="0">
                <a:latin typeface="+mj-ea"/>
                <a:ea typeface="+mj-ea"/>
              </a:rPr>
              <a:t>.</a:t>
            </a:r>
          </a:p>
          <a:p>
            <a:pPr algn="ctr"/>
            <a:r>
              <a:rPr lang="ko-KR" altLang="en-US" sz="4000" b="1" dirty="0">
                <a:latin typeface="+mj-ea"/>
                <a:ea typeface="+mj-ea"/>
              </a:rPr>
              <a:t>그 이후 </a:t>
            </a:r>
            <a:r>
              <a:rPr lang="en-US" altLang="ko-KR" sz="4000" b="1" dirty="0">
                <a:latin typeface="+mj-ea"/>
                <a:ea typeface="+mj-ea"/>
              </a:rPr>
              <a:t>Score</a:t>
            </a:r>
            <a:r>
              <a:rPr lang="ko-KR" altLang="en-US" sz="4000" b="1" dirty="0">
                <a:latin typeface="+mj-ea"/>
                <a:ea typeface="+mj-ea"/>
              </a:rPr>
              <a:t>를 </a:t>
            </a:r>
            <a:r>
              <a:rPr lang="en-US" altLang="ko-KR" sz="4000" b="1" dirty="0">
                <a:latin typeface="+mj-ea"/>
                <a:ea typeface="+mj-ea"/>
              </a:rPr>
              <a:t>quick sort</a:t>
            </a:r>
            <a:r>
              <a:rPr lang="ko-KR" altLang="en-US" sz="4000" b="1" dirty="0">
                <a:latin typeface="+mj-ea"/>
                <a:ea typeface="+mj-ea"/>
              </a:rPr>
              <a:t>를 활용하여 우선순위를 매긴다</a:t>
            </a:r>
            <a:r>
              <a:rPr lang="en-US" altLang="ko-KR" sz="4000" b="1" dirty="0">
                <a:latin typeface="+mj-ea"/>
                <a:ea typeface="+mj-ea"/>
              </a:rPr>
              <a:t>.</a:t>
            </a:r>
            <a:endParaRPr lang="ko-KR" altLang="en-US" sz="4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010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5E97B-C56A-43D9-A2C4-6A760BF5A297}"/>
              </a:ext>
            </a:extLst>
          </p:cNvPr>
          <p:cNvSpPr txBox="1"/>
          <p:nvPr/>
        </p:nvSpPr>
        <p:spPr>
          <a:xfrm>
            <a:off x="1111307" y="1699118"/>
            <a:ext cx="98980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latin typeface="+mj-ea"/>
                <a:ea typeface="+mj-ea"/>
              </a:rPr>
              <a:t>&lt;First Priority&gt;</a:t>
            </a:r>
          </a:p>
          <a:p>
            <a:pPr algn="ctr"/>
            <a:r>
              <a:rPr lang="en-US" altLang="ko-KR" sz="6000" b="1" dirty="0">
                <a:latin typeface="+mj-ea"/>
                <a:ea typeface="+mj-ea"/>
              </a:rPr>
              <a:t>IF, </a:t>
            </a:r>
            <a:r>
              <a:rPr lang="ko-KR" altLang="en-US" sz="6000" b="1" dirty="0">
                <a:latin typeface="+mj-ea"/>
                <a:ea typeface="+mj-ea"/>
              </a:rPr>
              <a:t>검색어와 일치하는 내용이 있는 경우</a:t>
            </a:r>
          </a:p>
        </p:txBody>
      </p:sp>
    </p:spTree>
    <p:extLst>
      <p:ext uri="{BB962C8B-B14F-4D97-AF65-F5344CB8AC3E}">
        <p14:creationId xmlns:p14="http://schemas.microsoft.com/office/powerpoint/2010/main" val="263241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43DD77-3553-42F7-B535-4EA620927913}"/>
              </a:ext>
            </a:extLst>
          </p:cNvPr>
          <p:cNvSpPr txBox="1"/>
          <p:nvPr/>
        </p:nvSpPr>
        <p:spPr>
          <a:xfrm>
            <a:off x="0" y="566325"/>
            <a:ext cx="12192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eriod"/>
            </a:pPr>
            <a:r>
              <a:rPr lang="en-US" altLang="ko-KR" sz="5400" b="1" dirty="0">
                <a:latin typeface="+mj-ea"/>
                <a:ea typeface="+mj-ea"/>
              </a:rPr>
              <a:t>text File</a:t>
            </a:r>
            <a:r>
              <a:rPr lang="ko-KR" altLang="en-US" sz="5400" b="1" dirty="0">
                <a:latin typeface="+mj-ea"/>
                <a:ea typeface="+mj-ea"/>
              </a:rPr>
              <a:t>의 제목에서 일치</a:t>
            </a:r>
            <a:endParaRPr lang="en-US" altLang="ko-KR" sz="5400" b="1" dirty="0"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latin typeface="+mj-ea"/>
                <a:ea typeface="+mj-ea"/>
              </a:rPr>
              <a:t>&gt;&gt; </a:t>
            </a:r>
            <a:r>
              <a:rPr lang="ko-KR" altLang="en-US" sz="3200" b="1" dirty="0">
                <a:latin typeface="+mj-ea"/>
                <a:ea typeface="+mj-ea"/>
              </a:rPr>
              <a:t>제목의 길이에 반비례하여</a:t>
            </a:r>
            <a:endParaRPr lang="en-US" altLang="ko-KR" sz="3200" b="1" dirty="0"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latin typeface="+mj-ea"/>
                <a:ea typeface="+mj-ea"/>
              </a:rPr>
              <a:t>Score += </a:t>
            </a:r>
          </a:p>
          <a:p>
            <a:pPr algn="ctr"/>
            <a:r>
              <a:rPr lang="en-US" altLang="ko-KR" sz="3200" b="1" dirty="0">
                <a:latin typeface="+mj-ea"/>
                <a:ea typeface="+mj-ea"/>
              </a:rPr>
              <a:t>1</a:t>
            </a:r>
            <a:r>
              <a:rPr lang="ko-KR" altLang="en-US" sz="3200" b="1" dirty="0">
                <a:latin typeface="+mj-ea"/>
                <a:ea typeface="+mj-ea"/>
              </a:rPr>
              <a:t>조</a:t>
            </a:r>
            <a:r>
              <a:rPr lang="en-US" altLang="ko-KR" sz="3200" b="1" dirty="0">
                <a:latin typeface="+mj-ea"/>
                <a:ea typeface="+mj-ea"/>
              </a:rPr>
              <a:t> / (</a:t>
            </a:r>
            <a:r>
              <a:rPr lang="ko-KR" altLang="en-US" sz="3200" b="1" dirty="0">
                <a:latin typeface="+mj-ea"/>
                <a:ea typeface="+mj-ea"/>
              </a:rPr>
              <a:t>제목의 길이 </a:t>
            </a:r>
            <a:r>
              <a:rPr lang="en-US" altLang="ko-KR" sz="3200" b="1" dirty="0">
                <a:latin typeface="+mj-ea"/>
                <a:ea typeface="+mj-ea"/>
              </a:rPr>
              <a:t>/ </a:t>
            </a:r>
            <a:r>
              <a:rPr lang="ko-KR" altLang="en-US" sz="3200" b="1" dirty="0">
                <a:latin typeface="+mj-ea"/>
                <a:ea typeface="+mj-ea"/>
              </a:rPr>
              <a:t>검색어의 길이</a:t>
            </a:r>
            <a:r>
              <a:rPr lang="en-US" altLang="ko-KR" sz="3200" b="1" dirty="0">
                <a:latin typeface="+mj-ea"/>
                <a:ea typeface="+mj-ea"/>
              </a:rPr>
              <a:t>)</a:t>
            </a:r>
          </a:p>
          <a:p>
            <a:pPr algn="ctr"/>
            <a:endParaRPr lang="en-US" altLang="ko-KR" sz="4000" b="1" dirty="0">
              <a:latin typeface="+mj-ea"/>
              <a:ea typeface="+mj-ea"/>
            </a:endParaRPr>
          </a:p>
          <a:p>
            <a:pPr algn="ctr"/>
            <a:r>
              <a:rPr lang="en-US" altLang="ko-KR" sz="5400" b="1" dirty="0">
                <a:latin typeface="+mj-ea"/>
                <a:ea typeface="+mj-ea"/>
              </a:rPr>
              <a:t>2. text File</a:t>
            </a:r>
            <a:r>
              <a:rPr lang="ko-KR" altLang="en-US" sz="5400" b="1" dirty="0">
                <a:latin typeface="+mj-ea"/>
                <a:ea typeface="+mj-ea"/>
              </a:rPr>
              <a:t>의 내용에서 일치</a:t>
            </a:r>
            <a:endParaRPr lang="en-US" altLang="ko-KR" sz="5400" b="1" dirty="0"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latin typeface="+mj-ea"/>
                <a:ea typeface="+mj-ea"/>
              </a:rPr>
              <a:t>&gt;&gt; </a:t>
            </a:r>
            <a:r>
              <a:rPr lang="ko-KR" altLang="en-US" sz="3200" b="1" dirty="0">
                <a:latin typeface="+mj-ea"/>
                <a:ea typeface="+mj-ea"/>
              </a:rPr>
              <a:t>내용의 길이에 반비례하여</a:t>
            </a:r>
            <a:endParaRPr lang="en-US" altLang="ko-KR" sz="3200" b="1" dirty="0"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latin typeface="+mj-ea"/>
                <a:ea typeface="+mj-ea"/>
              </a:rPr>
              <a:t>Score += </a:t>
            </a:r>
          </a:p>
          <a:p>
            <a:pPr algn="ctr"/>
            <a:r>
              <a:rPr lang="en-US" altLang="ko-KR" sz="3200" b="1" dirty="0">
                <a:latin typeface="+mj-ea"/>
                <a:ea typeface="+mj-ea"/>
              </a:rPr>
              <a:t>100</a:t>
            </a:r>
            <a:r>
              <a:rPr lang="ko-KR" altLang="en-US" sz="3200" b="1" dirty="0">
                <a:latin typeface="+mj-ea"/>
                <a:ea typeface="+mj-ea"/>
              </a:rPr>
              <a:t>억</a:t>
            </a:r>
            <a:r>
              <a:rPr lang="en-US" altLang="ko-KR" sz="3200" b="1" dirty="0">
                <a:latin typeface="+mj-ea"/>
                <a:ea typeface="+mj-ea"/>
              </a:rPr>
              <a:t> </a:t>
            </a:r>
            <a:r>
              <a:rPr lang="en-US" altLang="ko-KR" sz="3200" b="1" dirty="0">
                <a:latin typeface="+mj-ea"/>
              </a:rPr>
              <a:t>/ (</a:t>
            </a:r>
            <a:r>
              <a:rPr lang="ko-KR" altLang="en-US" sz="3200" b="1" dirty="0">
                <a:latin typeface="+mj-ea"/>
              </a:rPr>
              <a:t>내용의 길이 </a:t>
            </a:r>
            <a:r>
              <a:rPr lang="en-US" altLang="ko-KR" sz="3200" b="1" dirty="0">
                <a:latin typeface="+mj-ea"/>
              </a:rPr>
              <a:t>/ </a:t>
            </a:r>
            <a:r>
              <a:rPr lang="ko-KR" altLang="en-US" sz="3200" b="1" dirty="0">
                <a:latin typeface="+mj-ea"/>
              </a:rPr>
              <a:t>검색어의 길이</a:t>
            </a:r>
            <a:r>
              <a:rPr lang="en-US" altLang="ko-KR" sz="3200" b="1" dirty="0">
                <a:latin typeface="+mj-ea"/>
              </a:rPr>
              <a:t>)</a:t>
            </a:r>
          </a:p>
          <a:p>
            <a:pPr algn="ctr"/>
            <a:endParaRPr lang="en-US" altLang="ko-KR" sz="4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15601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F46DB-E3F2-4E83-A587-A5E1521DC120}"/>
              </a:ext>
            </a:extLst>
          </p:cNvPr>
          <p:cNvSpPr txBox="1"/>
          <p:nvPr/>
        </p:nvSpPr>
        <p:spPr>
          <a:xfrm>
            <a:off x="1111305" y="378318"/>
            <a:ext cx="98980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latin typeface="+mj-ea"/>
                <a:ea typeface="+mj-ea"/>
              </a:rPr>
              <a:t>&lt;Second Priority&gt;</a:t>
            </a:r>
          </a:p>
          <a:p>
            <a:pPr algn="ctr"/>
            <a:r>
              <a:rPr lang="en-US" altLang="ko-KR" sz="6000" b="1" dirty="0">
                <a:latin typeface="+mj-ea"/>
                <a:ea typeface="+mj-ea"/>
              </a:rPr>
              <a:t>IF, </a:t>
            </a:r>
            <a:r>
              <a:rPr lang="ko-KR" altLang="en-US" sz="6000" b="1" dirty="0">
                <a:latin typeface="+mj-ea"/>
                <a:ea typeface="+mj-ea"/>
              </a:rPr>
              <a:t>검색어와 일치하는 내용이 없는 경우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1EB9DE-42C2-476A-A38A-1730E8018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21" r="47881" b="48634"/>
          <a:stretch/>
        </p:blipFill>
        <p:spPr>
          <a:xfrm>
            <a:off x="5503102" y="3685592"/>
            <a:ext cx="6108890" cy="25940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CEAF7C2-507C-45B6-9A06-579B6F7769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40" r="48664" b="13006"/>
          <a:stretch/>
        </p:blipFill>
        <p:spPr>
          <a:xfrm>
            <a:off x="1200082" y="3440129"/>
            <a:ext cx="3766313" cy="30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5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5C3F6-20F2-4521-A856-90D461A3648D}"/>
              </a:ext>
            </a:extLst>
          </p:cNvPr>
          <p:cNvSpPr txBox="1"/>
          <p:nvPr/>
        </p:nvSpPr>
        <p:spPr>
          <a:xfrm>
            <a:off x="1030682" y="823616"/>
            <a:ext cx="1013063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+mj-ea"/>
                <a:ea typeface="+mj-ea"/>
              </a:rPr>
              <a:t>검색어를 줄이면서 </a:t>
            </a:r>
            <a:r>
              <a:rPr lang="en-US" altLang="ko-KR" sz="4000" b="1" dirty="0">
                <a:latin typeface="+mj-ea"/>
                <a:ea typeface="+mj-ea"/>
              </a:rPr>
              <a:t>KMP Algorithm</a:t>
            </a:r>
            <a:r>
              <a:rPr lang="ko-KR" altLang="en-US" sz="4000" b="1" dirty="0">
                <a:latin typeface="+mj-ea"/>
                <a:ea typeface="+mj-ea"/>
              </a:rPr>
              <a:t> 적용</a:t>
            </a:r>
            <a:endParaRPr lang="en-US" altLang="ko-KR" sz="4000" b="1" dirty="0">
              <a:latin typeface="+mj-ea"/>
              <a:ea typeface="+mj-ea"/>
            </a:endParaRPr>
          </a:p>
          <a:p>
            <a:pPr algn="ctr"/>
            <a:endParaRPr lang="en-US" altLang="ko-KR" sz="4000" b="1" dirty="0">
              <a:latin typeface="+mj-ea"/>
              <a:ea typeface="+mj-ea"/>
            </a:endParaRPr>
          </a:p>
          <a:p>
            <a:pPr algn="ctr"/>
            <a:r>
              <a:rPr lang="en-US" altLang="ko-KR" sz="4000" b="1" dirty="0">
                <a:latin typeface="+mj-ea"/>
              </a:rPr>
              <a:t>Score += </a:t>
            </a:r>
          </a:p>
          <a:p>
            <a:pPr algn="ctr"/>
            <a:r>
              <a:rPr lang="en-US" altLang="ko-KR" sz="4000" b="1" dirty="0">
                <a:latin typeface="+mj-ea"/>
              </a:rPr>
              <a:t>1000</a:t>
            </a:r>
            <a:r>
              <a:rPr lang="ko-KR" altLang="en-US" sz="4000" b="1" dirty="0">
                <a:latin typeface="+mj-ea"/>
              </a:rPr>
              <a:t>만 </a:t>
            </a:r>
            <a:r>
              <a:rPr lang="en-US" altLang="ko-KR" sz="4000" b="1" dirty="0">
                <a:latin typeface="+mj-ea"/>
              </a:rPr>
              <a:t>or 100</a:t>
            </a:r>
            <a:r>
              <a:rPr lang="ko-KR" altLang="en-US" sz="4000" b="1" dirty="0">
                <a:latin typeface="+mj-ea"/>
              </a:rPr>
              <a:t>만</a:t>
            </a:r>
            <a:r>
              <a:rPr lang="en-US" altLang="ko-KR" sz="4000" b="1" dirty="0">
                <a:latin typeface="+mj-ea"/>
              </a:rPr>
              <a:t> / (</a:t>
            </a:r>
            <a:r>
              <a:rPr lang="ko-KR" altLang="en-US" sz="4000" b="1" dirty="0">
                <a:latin typeface="+mj-ea"/>
              </a:rPr>
              <a:t>제목</a:t>
            </a:r>
            <a:r>
              <a:rPr lang="en-US" altLang="ko-KR" sz="4000" b="1" dirty="0">
                <a:latin typeface="+mj-ea"/>
              </a:rPr>
              <a:t> or </a:t>
            </a:r>
            <a:r>
              <a:rPr lang="ko-KR" altLang="en-US" sz="4000" b="1" dirty="0">
                <a:latin typeface="+mj-ea"/>
              </a:rPr>
              <a:t>내용의 길이 </a:t>
            </a:r>
            <a:r>
              <a:rPr lang="en-US" altLang="ko-KR" sz="4000" b="1" dirty="0">
                <a:latin typeface="+mj-ea"/>
              </a:rPr>
              <a:t>/ </a:t>
            </a:r>
            <a:r>
              <a:rPr lang="ko-KR" altLang="en-US" sz="4000" b="1" dirty="0">
                <a:latin typeface="+mj-ea"/>
              </a:rPr>
              <a:t>검색어의 길이</a:t>
            </a:r>
            <a:r>
              <a:rPr lang="en-US" altLang="ko-KR" sz="4000" b="1" dirty="0">
                <a:latin typeface="+mj-ea"/>
              </a:rPr>
              <a:t>)</a:t>
            </a:r>
          </a:p>
          <a:p>
            <a:pPr algn="ctr"/>
            <a:endParaRPr lang="ko-KR" altLang="en-US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63CD1-119D-4A41-8E32-1E65AE687CBA}"/>
              </a:ext>
            </a:extLst>
          </p:cNvPr>
          <p:cNvSpPr txBox="1"/>
          <p:nvPr/>
        </p:nvSpPr>
        <p:spPr>
          <a:xfrm>
            <a:off x="1146965" y="4579383"/>
            <a:ext cx="9898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+mj-ea"/>
                <a:ea typeface="+mj-ea"/>
              </a:rPr>
              <a:t>If)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search : boys</a:t>
            </a:r>
          </a:p>
          <a:p>
            <a:pPr algn="ctr"/>
            <a:r>
              <a:rPr lang="en-US" altLang="ko-KR" sz="4000" b="1" dirty="0">
                <a:latin typeface="+mj-ea"/>
                <a:ea typeface="+mj-ea"/>
              </a:rPr>
              <a:t>boy, </a:t>
            </a:r>
            <a:r>
              <a:rPr lang="en-US" altLang="ko-KR" sz="4000" b="1">
                <a:latin typeface="+mj-ea"/>
                <a:ea typeface="+mj-ea"/>
              </a:rPr>
              <a:t>oys</a:t>
            </a:r>
            <a:r>
              <a:rPr lang="ko-KR" altLang="en-US" sz="4000" b="1">
                <a:latin typeface="+mj-ea"/>
                <a:ea typeface="+mj-ea"/>
              </a:rPr>
              <a:t>로 </a:t>
            </a:r>
            <a:r>
              <a:rPr lang="en-US" altLang="ko-KR" sz="4000" b="1" dirty="0">
                <a:latin typeface="+mj-ea"/>
                <a:ea typeface="+mj-ea"/>
              </a:rPr>
              <a:t>KMP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Algorithm</a:t>
            </a:r>
            <a:r>
              <a:rPr lang="ko-KR" altLang="en-US" sz="4000" b="1" dirty="0">
                <a:latin typeface="+mj-ea"/>
                <a:ea typeface="+mj-ea"/>
              </a:rPr>
              <a:t>을 적용</a:t>
            </a:r>
            <a:endParaRPr lang="en-US" altLang="ko-KR" sz="4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1922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5C3F6-20F2-4521-A856-90D461A3648D}"/>
              </a:ext>
            </a:extLst>
          </p:cNvPr>
          <p:cNvSpPr txBox="1"/>
          <p:nvPr/>
        </p:nvSpPr>
        <p:spPr>
          <a:xfrm>
            <a:off x="1146965" y="155811"/>
            <a:ext cx="98980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+mj-ea"/>
                <a:ea typeface="+mj-ea"/>
              </a:rPr>
              <a:t>검색어의 크기만큼 반복문을 돌면서 각각의 위치가 어떤 단어가 들어와도 </a:t>
            </a:r>
            <a:r>
              <a:rPr lang="en-US" altLang="ko-KR" sz="4000" b="1" dirty="0">
                <a:latin typeface="+mj-ea"/>
                <a:ea typeface="+mj-ea"/>
              </a:rPr>
              <a:t>Match </a:t>
            </a:r>
            <a:r>
              <a:rPr lang="ko-KR" altLang="en-US" sz="4000" b="1" dirty="0">
                <a:latin typeface="+mj-ea"/>
                <a:ea typeface="+mj-ea"/>
              </a:rPr>
              <a:t>되었다고 인식하도록 구현</a:t>
            </a:r>
            <a:endParaRPr lang="en-US" altLang="ko-KR" sz="4000" b="1" dirty="0">
              <a:latin typeface="+mj-ea"/>
              <a:ea typeface="+mj-ea"/>
            </a:endParaRPr>
          </a:p>
          <a:p>
            <a:pPr algn="ctr"/>
            <a:endParaRPr lang="en-US" altLang="ko-KR" sz="4000" b="1" dirty="0">
              <a:latin typeface="+mj-ea"/>
              <a:ea typeface="+mj-ea"/>
            </a:endParaRPr>
          </a:p>
          <a:p>
            <a:pPr algn="ctr"/>
            <a:r>
              <a:rPr lang="en-US" altLang="ko-KR" sz="4000" b="1" dirty="0">
                <a:latin typeface="+mj-ea"/>
              </a:rPr>
              <a:t>Score += </a:t>
            </a:r>
          </a:p>
          <a:p>
            <a:pPr algn="ctr"/>
            <a:r>
              <a:rPr lang="en-US" altLang="ko-KR" sz="4000" b="1" dirty="0">
                <a:latin typeface="+mj-ea"/>
              </a:rPr>
              <a:t>100</a:t>
            </a:r>
            <a:r>
              <a:rPr lang="ko-KR" altLang="en-US" sz="4000" b="1" dirty="0">
                <a:latin typeface="+mj-ea"/>
              </a:rPr>
              <a:t>만 </a:t>
            </a:r>
            <a:r>
              <a:rPr lang="en-US" altLang="ko-KR" sz="4000" b="1" dirty="0">
                <a:latin typeface="+mj-ea"/>
              </a:rPr>
              <a:t>or 10</a:t>
            </a:r>
            <a:r>
              <a:rPr lang="ko-KR" altLang="en-US" sz="4000" b="1" dirty="0">
                <a:latin typeface="+mj-ea"/>
              </a:rPr>
              <a:t>만</a:t>
            </a:r>
            <a:r>
              <a:rPr lang="en-US" altLang="ko-KR" sz="4000" b="1" dirty="0">
                <a:latin typeface="+mj-ea"/>
              </a:rPr>
              <a:t> / (</a:t>
            </a:r>
            <a:r>
              <a:rPr lang="ko-KR" altLang="en-US" sz="4000" b="1" dirty="0">
                <a:latin typeface="+mj-ea"/>
              </a:rPr>
              <a:t>제목</a:t>
            </a:r>
            <a:r>
              <a:rPr lang="en-US" altLang="ko-KR" sz="4000" b="1" dirty="0">
                <a:latin typeface="+mj-ea"/>
              </a:rPr>
              <a:t> or </a:t>
            </a:r>
            <a:r>
              <a:rPr lang="ko-KR" altLang="en-US" sz="4000" b="1" dirty="0">
                <a:latin typeface="+mj-ea"/>
              </a:rPr>
              <a:t>내용의 길이 </a:t>
            </a:r>
            <a:r>
              <a:rPr lang="en-US" altLang="ko-KR" sz="4000" b="1" dirty="0">
                <a:latin typeface="+mj-ea"/>
              </a:rPr>
              <a:t>/ </a:t>
            </a:r>
            <a:r>
              <a:rPr lang="ko-KR" altLang="en-US" sz="4000" b="1" dirty="0">
                <a:latin typeface="+mj-ea"/>
              </a:rPr>
              <a:t>검색어의 길이</a:t>
            </a:r>
            <a:r>
              <a:rPr lang="en-US" altLang="ko-KR" sz="4000" b="1" dirty="0">
                <a:latin typeface="+mj-ea"/>
              </a:rPr>
              <a:t>)</a:t>
            </a:r>
          </a:p>
          <a:p>
            <a:pPr algn="ctr"/>
            <a:endParaRPr lang="ko-KR" altLang="en-US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63CD1-119D-4A41-8E32-1E65AE687CBA}"/>
              </a:ext>
            </a:extLst>
          </p:cNvPr>
          <p:cNvSpPr txBox="1"/>
          <p:nvPr/>
        </p:nvSpPr>
        <p:spPr>
          <a:xfrm>
            <a:off x="1146965" y="4827577"/>
            <a:ext cx="9898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+mj-ea"/>
                <a:ea typeface="+mj-ea"/>
              </a:rPr>
              <a:t>If)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search : </a:t>
            </a:r>
            <a:r>
              <a:rPr lang="en-US" altLang="ko-KR" sz="4000" b="1" dirty="0" err="1">
                <a:latin typeface="+mj-ea"/>
                <a:ea typeface="+mj-ea"/>
              </a:rPr>
              <a:t>helxo</a:t>
            </a:r>
            <a:endParaRPr lang="en-US" altLang="ko-KR" sz="4000" b="1" dirty="0">
              <a:latin typeface="+mj-ea"/>
              <a:ea typeface="+mj-ea"/>
            </a:endParaRPr>
          </a:p>
          <a:p>
            <a:pPr algn="ctr"/>
            <a:r>
              <a:rPr lang="en-US" altLang="ko-KR" sz="4000" b="1" dirty="0">
                <a:latin typeface="+mj-ea"/>
                <a:ea typeface="+mj-ea"/>
              </a:rPr>
              <a:t>For &gt;&gt; *</a:t>
            </a:r>
            <a:r>
              <a:rPr lang="en-US" altLang="ko-KR" sz="4000" b="1" dirty="0" err="1">
                <a:latin typeface="+mj-ea"/>
                <a:ea typeface="+mj-ea"/>
              </a:rPr>
              <a:t>elxo</a:t>
            </a:r>
            <a:r>
              <a:rPr lang="en-US" altLang="ko-KR" sz="4000" b="1" dirty="0">
                <a:latin typeface="+mj-ea"/>
                <a:ea typeface="+mj-ea"/>
              </a:rPr>
              <a:t>, h*</a:t>
            </a:r>
            <a:r>
              <a:rPr lang="en-US" altLang="ko-KR" sz="4000" b="1" dirty="0" err="1">
                <a:latin typeface="+mj-ea"/>
                <a:ea typeface="+mj-ea"/>
              </a:rPr>
              <a:t>lxo</a:t>
            </a:r>
            <a:r>
              <a:rPr lang="en-US" altLang="ko-KR" sz="4000" b="1" dirty="0">
                <a:latin typeface="+mj-ea"/>
                <a:ea typeface="+mj-ea"/>
              </a:rPr>
              <a:t>, he*xo, </a:t>
            </a:r>
            <a:r>
              <a:rPr lang="en-US" altLang="ko-KR" sz="4000" b="1" dirty="0" err="1">
                <a:latin typeface="+mj-ea"/>
                <a:ea typeface="+mj-ea"/>
              </a:rPr>
              <a:t>hel</a:t>
            </a:r>
            <a:r>
              <a:rPr lang="en-US" altLang="ko-KR" sz="4000" b="1" dirty="0">
                <a:latin typeface="+mj-ea"/>
                <a:ea typeface="+mj-ea"/>
              </a:rPr>
              <a:t>*o, </a:t>
            </a:r>
            <a:r>
              <a:rPr lang="en-US" altLang="ko-KR" sz="4000" b="1" dirty="0" err="1">
                <a:latin typeface="+mj-ea"/>
                <a:ea typeface="+mj-ea"/>
              </a:rPr>
              <a:t>helx</a:t>
            </a:r>
            <a:r>
              <a:rPr lang="en-US" altLang="ko-KR" sz="4000" b="1" dirty="0">
                <a:latin typeface="+mj-ea"/>
                <a:ea typeface="+mj-ea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12029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갤러리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332</TotalTime>
  <Words>204</Words>
  <Application>Microsoft Office PowerPoint</Application>
  <PresentationFormat>와이드스크린</PresentationFormat>
  <Paragraphs>38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Gill Sans MT</vt:lpstr>
      <vt:lpstr>갤러리</vt:lpstr>
      <vt:lpstr>SW PROGRAMMING &lt;Algorithm &amp; Solution&gt;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PROGRAMMING</dc:title>
  <dc:creator>김경년</dc:creator>
  <cp:lastModifiedBy>김경년</cp:lastModifiedBy>
  <cp:revision>54</cp:revision>
  <dcterms:created xsi:type="dcterms:W3CDTF">2017-11-01T06:22:02Z</dcterms:created>
  <dcterms:modified xsi:type="dcterms:W3CDTF">2017-11-30T13:59:08Z</dcterms:modified>
</cp:coreProperties>
</file>